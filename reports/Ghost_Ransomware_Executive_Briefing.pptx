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BRIEFING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 (Cring)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Security Operations team learned from the joint CISA / FBI / MS-ISAC advisory, and what it means for us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292608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July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Security 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fast-moving, opportunistic ransomware crew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992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motivated group active since 2021, linked to over 70 countries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7685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 through unpatched, internet-facing systems — not targeted phishing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4378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break-in to full ransom demand in as little as one day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38728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1071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antivirus and deletes backups before encrypting files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D2D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78308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an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system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2496312"/>
            <a:ext cx="164592" cy="201168"/>
          </a:xfrm>
          <a:prstGeom prst="downArrow">
            <a:avLst/>
          </a:prstGeom>
          <a:solidFill>
            <a:srgbClr val="5C627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9748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D2D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69748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remote-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malware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47304" y="3410712"/>
            <a:ext cx="164592" cy="201168"/>
          </a:xfrm>
          <a:prstGeom prst="downArrow">
            <a:avLst/>
          </a:prstGeom>
          <a:solidFill>
            <a:srgbClr val="5C627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361188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D2D5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61188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Windows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47304" y="4325112"/>
            <a:ext cx="164592" cy="201168"/>
          </a:xfrm>
          <a:prstGeom prst="downArrow">
            <a:avLst/>
          </a:prstGeom>
          <a:solidFill>
            <a:srgbClr val="5C627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452628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D2D50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52628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passwords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map network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47304" y="5239512"/>
            <a:ext cx="164592" cy="201168"/>
          </a:xfrm>
          <a:prstGeom prst="downArrow">
            <a:avLst/>
          </a:prstGeom>
          <a:solidFill>
            <a:srgbClr val="5C62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544068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544068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files &amp;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backups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IT MOVES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Break-in to ransom, often within a single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3118104"/>
            <a:ext cx="256032" cy="256032"/>
          </a:xfrm>
          <a:prstGeom prst="ellipse">
            <a:avLst/>
          </a:prstGeom>
          <a:solidFill>
            <a:srgbClr val="1D2D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91440" y="35021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exploits 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internet-facing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0702" y="3118104"/>
            <a:ext cx="256032" cy="256032"/>
          </a:xfrm>
          <a:prstGeom prst="ellipse">
            <a:avLst/>
          </a:prstGeom>
          <a:solidFill>
            <a:srgbClr val="1D2D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5758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0–1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44318" y="35021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Remote-access malware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installed; defenses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66460" y="3118104"/>
            <a:ext cx="256032" cy="256032"/>
          </a:xfrm>
          <a:prstGeom prst="ellipse">
            <a:avLst/>
          </a:prstGeom>
          <a:solidFill>
            <a:srgbClr val="1D2D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1516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1–4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80076" y="35021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stolen,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mapped for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targets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02218" y="3118104"/>
            <a:ext cx="256032" cy="256032"/>
          </a:xfrm>
          <a:prstGeom prst="ellipse">
            <a:avLst/>
          </a:prstGeom>
          <a:solidFill>
            <a:srgbClr val="1D2D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7274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4–12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5834" y="35021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moves to other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if possible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237976" y="3118104"/>
            <a:ext cx="256032" cy="25603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43032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51592" y="35021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encrypted, backups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deleted, logs cleared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9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defensive implication: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lateral movement to other machines fails, this actor typically abandons the target rather than persisting. Network segmentation is one of the strongest deterrents available against this specific group.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EXPOSURE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could be vulnerable to this threat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1D2D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vulnerabilities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actor actively exploits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4343400"/>
            <a:ext cx="18288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VPN appliances, email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and file-sharing platforms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at risk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2221992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internet-facing server that is missing security updates — VPN appliances, email systems, and collaboration platforms are the specific systems this actor targets.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6052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checking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3456432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verifying patch status against all seven vulnerabilities. One of them was easy to miss — it was left out of the advisory's own summary box, and only appears in the detailed text.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6052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4690872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underway. No confirmed compromise. This briefing is a proactive readiness review based on a public advisory, not an incident report.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we're getting ahead of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D2D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taken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ingested into our threat-intel workflow; every attacker behaviour mapped to our detection framework.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D2D5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safely simulating each attacker behaviour in a lab to confirm our tools actually catch it — not just assuming they would.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1D2D5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251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attacker behaviours mapped; the majority are already covered. We identified 5 specific gaps, including the single most distinctive step this actor takes.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D2D5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937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303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and Detection Engineering are jointly building and validating the missing coverage.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priorities,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7F9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disable-defenses command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actor's single most distinctive move has no existing detection today. Building it closes our biggest gap for the lowest effort.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7F9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116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4572000" y="2788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7 vulnerabilities are patched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one missing from the advisory's own summary. A short verification sweep across internet-facing systems.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7F9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0116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E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8366760" y="2788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D2D50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our network segmentation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66760" y="41605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 genuinely blocks attacker movement between systems — the single strongest deterrent against this actor specifically.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requirement: no additional budget — all three sit within existing Security Operations and Detection Engineering capacity.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0664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78408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11064240" cy="0"/>
          </a:xfrm>
          <a:prstGeom prst="line">
            <a:avLst/>
          </a:prstGeom>
          <a:noFill/>
          <a:ln w="19050">
            <a:solidFill>
              <a:srgbClr val="E3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detection for the defense-disable command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84080" y="258775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25877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375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patch verification for all 7 vulnerabilities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06640" y="3337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Vulnerability Mgmt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84080" y="34564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062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network segmentation validation exercise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06640" y="4206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SOC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84080" y="432511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0" y="4325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7492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outcomes and confirm all gaps are closed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06640" y="5074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84080" y="519379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D2D50"/>
          </a:solidFill>
          <a:ln/>
        </p:spPr>
      </p:sp>
      <p:sp>
        <p:nvSpPr>
          <p:cNvPr id="26" name="Text 24"/>
          <p:cNvSpPr/>
          <p:nvPr/>
        </p:nvSpPr>
        <p:spPr>
          <a:xfrm>
            <a:off x="9784080" y="5193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in 2 weeks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55448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937760" y="3794760"/>
            <a:ext cx="22860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4114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– Threat Intelligence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4983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5303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(Cring) Ransomware – Threat Intelligence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5623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advisory: CISA / FBI / MS-ISAC AA25-050A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2026-07-29T16:16:24Z</dcterms:created>
  <dcterms:modified xsi:type="dcterms:W3CDTF">2026-07-29T16:16:24Z</dcterms:modified>
</cp:coreProperties>
</file>